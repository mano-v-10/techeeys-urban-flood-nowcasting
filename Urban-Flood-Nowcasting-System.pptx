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TECHEEYS  •  SOCIAL IMPACT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Flood Nowcasting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Rainfall to Real-Time Flood Intelligence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063240"/>
            <a:ext cx="12801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V  •  Vibin K  •  Pradhakshana R  •  Aswiha 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Innovision 2.0  |  Dalaytics Club, Coimbatore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97280"/>
            <a:ext cx="22860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rainfall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097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6C4FC4"/>
          </a:solidFill>
          <a:ln w="12700">
            <a:solidFill>
              <a:srgbClr val="6C4F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097280"/>
            <a:ext cx="22860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drainage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097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04B4B"/>
          </a:solidFill>
          <a:ln w="12700">
            <a:solidFill>
              <a:srgbClr val="E04B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097280"/>
            <a:ext cx="21945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Waterlogged streets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96596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flooding occurs rapidly when intense rainfall exceeds the capacity of the drainage system.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warnings alone cannot show where flooding will occur, how severe it will be, or how much time is available.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combines rainfall and radar data with drainage, terrain and historical flood records.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AI/ML model produces location-specific flood-risk predictions so authorities can act early.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097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Predict early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urban flooding before it becomes visible on the streets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40580" y="1097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40580" y="1207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5172" y="1097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Locate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locations likely to experience waterlogging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50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" y="2240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Severity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severity and expected water depth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0580" y="2240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0580" y="2350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5172" y="2240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Time window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approximate time window before flooding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93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3383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Support action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authorities in timely, preventive action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40580" y="3383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0580" y="3493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5172" y="3383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Intelligence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rainfall data into location-specific flood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&amp; radar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network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&amp; elevation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26080" y="150876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6C4FC4"/>
          </a:solidFill>
          <a:ln w="12700">
            <a:solidFill>
              <a:srgbClr val="6C4F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0" y="1508760"/>
            <a:ext cx="182880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20640" y="109728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E04B4B"/>
          </a:solidFill>
          <a:ln w="12700">
            <a:solidFill>
              <a:srgbClr val="E04B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097280"/>
            <a:ext cx="3474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will flood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182880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E04B4B"/>
          </a:solidFill>
          <a:ln w="12700">
            <a:solidFill>
              <a:srgbClr val="E04B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1828800"/>
            <a:ext cx="3474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SEVERE it will be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256032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E04B4B"/>
          </a:solidFill>
          <a:ln w="12700">
            <a:solidFill>
              <a:srgbClr val="E04B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2560320"/>
            <a:ext cx="3474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the time window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Urban Flood Nowcasting System using real-time rainfall/radar data with drainage-network GIS, terrain and urban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GIS dashboard highlights vulnerable areas and issues early alerts and response priorities.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14300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real-time data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1887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14300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1887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26280" y="11430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6C4FC4"/>
          </a:solidFill>
          <a:ln w="12700">
            <a:solidFill>
              <a:srgbClr val="6C4F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14300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analysis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1887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37960" y="114300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143000"/>
            <a:ext cx="21031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detected?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04B4B"/>
          </a:solidFill>
          <a:ln w="12700">
            <a:solidFill>
              <a:srgbClr val="E04B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377440"/>
            <a:ext cx="2286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location, severity &amp; time window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2441448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063240" y="237744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04B4B"/>
          </a:solidFill>
          <a:ln w="12700">
            <a:solidFill>
              <a:srgbClr val="E04B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63240" y="2377440"/>
            <a:ext cx="16916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GIS risk map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441448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29200" y="237744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04B4B"/>
          </a:solidFill>
          <a:ln w="12700">
            <a:solidFill>
              <a:srgbClr val="E04B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0" y="2377440"/>
            <a:ext cx="16916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early alert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23774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04B4B"/>
          </a:solidFill>
          <a:ln w="12700">
            <a:solidFill>
              <a:srgbClr val="E04B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preventive action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35204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identified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3611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monitoring: the cycle repeats continuously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097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rainfall and radar monitoring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40580" y="1097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40580" y="1207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5172" y="1097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Location-Specific Prediction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or blocks at risk, not city-wide alerts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50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" y="2240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Flood-Risk Mapping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Easy-to-read visual risk map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0580" y="2240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0580" y="2350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5172" y="2240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Estimation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level and water depth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93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3383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Alerts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before flooding becomes critical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40580" y="3383280"/>
            <a:ext cx="4000500" cy="1005840"/>
          </a:xfrm>
          <a:prstGeom prst="roundRect">
            <a:avLst>
              <a:gd name="adj" fmla="val 7273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0580" y="3493008"/>
            <a:ext cx="54864" cy="7863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5172" y="3383280"/>
            <a:ext cx="374446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Prioritisation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locations need attention first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We Use &amp; AI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2034540" cy="1577340"/>
          </a:xfrm>
          <a:prstGeom prst="roundRect">
            <a:avLst>
              <a:gd name="adj" fmla="val 4638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54864" cy="13578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097280"/>
            <a:ext cx="1778508" cy="1577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&amp; radar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rain, and how fast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74620" y="1097280"/>
            <a:ext cx="2034540" cy="1577340"/>
          </a:xfrm>
          <a:prstGeom prst="roundRect">
            <a:avLst>
              <a:gd name="adj" fmla="val 4638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4620" y="1207008"/>
            <a:ext cx="54864" cy="13578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9212" y="1097280"/>
            <a:ext cx="1778508" cy="1577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network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water can drain away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811780"/>
            <a:ext cx="2034540" cy="1577340"/>
          </a:xfrm>
          <a:prstGeom prst="roundRect">
            <a:avLst>
              <a:gd name="adj" fmla="val 4638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921508"/>
            <a:ext cx="54864" cy="13578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" y="2811780"/>
            <a:ext cx="1778508" cy="1577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&amp; elevation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water flows and collects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74620" y="2811780"/>
            <a:ext cx="2034540" cy="1577340"/>
          </a:xfrm>
          <a:prstGeom prst="roundRect">
            <a:avLst>
              <a:gd name="adj" fmla="val 4638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4620" y="2921508"/>
            <a:ext cx="54864" cy="135788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39212" y="2811780"/>
            <a:ext cx="1778508" cy="1577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floods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flooded before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(Scikit-learn)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rainfall intensity, elevation &amp; slope, drain capacity, distance to water body, past flood events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 trees vote together for each city block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Low / Medium / High flood risk per block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~89% on simulated test data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 &amp; Prototype Highlights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54864" cy="69494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371600"/>
            <a:ext cx="166420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GeoPandas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481328"/>
            <a:ext cx="54864" cy="69494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1371600"/>
            <a:ext cx="166420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PyTorch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505456"/>
            <a:ext cx="54864" cy="69494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2395728"/>
            <a:ext cx="166420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PostGIS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14600" y="23957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2505456"/>
            <a:ext cx="54864" cy="69494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79192" y="2395728"/>
            <a:ext cx="166420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419856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529584"/>
            <a:ext cx="54864" cy="69494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419856"/>
            <a:ext cx="166420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14600" y="3419856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3A5E"/>
          </a:solidFill>
          <a:ln w="12700">
            <a:solidFill>
              <a:srgbClr val="0B3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3529584"/>
            <a:ext cx="54864" cy="694944"/>
          </a:xfrm>
          <a:prstGeom prst="rect">
            <a:avLst/>
          </a:prstGeom>
          <a:solidFill>
            <a:srgbClr val="2DD4C8"/>
          </a:solidFill>
          <a:ln w="12700">
            <a:solidFill>
              <a:srgbClr val="2DD4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79192" y="3419856"/>
            <a:ext cx="166420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tools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maps and layers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slider: raise mm/hr and watch risk change live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Block-wise risk grid: low-lying blocks with blocked drains turn red first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block: elevation, drain capacity, expected depth, time window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locations ranked, with one-click early alert to pumps and traffic police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simulated data; real city data is the next phase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/ Uniqueness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0972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017520" y="1097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6C4FC4"/>
          </a:solidFill>
          <a:ln w="12700">
            <a:solidFill>
              <a:srgbClr val="6C4F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75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0972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03520" y="1097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0972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201168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E04B4B"/>
          </a:solidFill>
          <a:ln w="12700">
            <a:solidFill>
              <a:srgbClr val="E04B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011680"/>
            <a:ext cx="76809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Flood Intelligence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and flooding are not treated separately: rainfall is connected to the real urban drainage network.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bottlenecks and vulnerable locations, not just rainfall totals.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impact (where, how severe, when) instead of only predicting weather.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&amp; Beneficiaries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1732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corporations: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pumping and drainage work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emergency response plans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authorities: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diversions for unsafe roads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responders: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resources near affected areas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early warnings and take precautions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4173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warnings improve public safety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measures reduce damage to roads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disruption to transport and businesses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 used where needed most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urban water-management planning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023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response to proactive action.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822960" cy="45720"/>
          </a:xfrm>
          <a:prstGeom prst="rect">
            <a:avLst/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087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location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level: low, moderate or high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severity / water depth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 before flooding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priorities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087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water-level sensors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integration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data overlay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push alerts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learning AI models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city-wide platform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rainfall, radar, terrain, drainage and historical flood data with AI/ML analysis, the system predicts where flooding may occur, how severe it may be, and when action is needed.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just predicting rainfall.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predicting its impact.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TECHEEYS  |  Manoj V  •  Vibin K  •  Pradhakshana R  •  Aswiha 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Flood Nowcasting System</dc:title>
  <dc:subject>PptxGenJS Presentation</dc:subject>
  <dc:creator>Techeeys</dc:creator>
  <cp:lastModifiedBy>Techeeys</cp:lastModifiedBy>
  <cp:revision>1</cp:revision>
  <dcterms:created xsi:type="dcterms:W3CDTF">2026-10-04T14:41:40Z</dcterms:created>
  <dcterms:modified xsi:type="dcterms:W3CDTF">2026-10-04T14:41:40Z</dcterms:modified>
</cp:coreProperties>
</file>